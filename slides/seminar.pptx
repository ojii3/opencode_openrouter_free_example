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複数ファイルに分けて作らせる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“コピペ”の、その先へ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テスト・サーバー起動も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Webチャットとの一番の違いは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“手元のPCを直接動かせる”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こと。だから実際にファイルができて、その場で動かせる。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ボタンを探すより速く・自動で動かせる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→ localhost:8000 で確認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src/app.js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複数ファイルで生成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作業用のフォルダを作り、その中で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852160" cy="2560320"/>
          </a:xfrm>
          <a:prstGeom prst="roundRect">
            <a:avLst>
              <a:gd name="adj" fmla="val 214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52374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6380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6380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6380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52374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71800"/>
            <a:ext cx="5394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作業フォルダを作って入る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mkdir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cd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を起動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75120" y="2514600"/>
            <a:ext cx="484632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514600"/>
            <a:ext cx="82296" cy="25603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2788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フォルダ名は自由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29184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好きな名前でOK（例: todo-app）。これから作るファイルは、このフォルダの中にできていきます。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35458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3545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2585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6609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6804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5844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50063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0063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9103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53126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2057400"/>
            <a:ext cx="4480560" cy="3840480"/>
          </a:xfrm>
          <a:prstGeom prst="roundRect">
            <a:avLst>
              <a:gd name="adj" fmla="val 142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206654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1808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1808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1808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20665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514600"/>
            <a:ext cx="4023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/connect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Provider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OpenRouter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API Key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sk-or-••••••••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接続しました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6583680" cy="192024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78024"/>
            <a:ext cx="65653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92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92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92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7802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26080"/>
            <a:ext cx="6126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見つからなければ検索欄に：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Free Models Router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と入力して絞り込む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908792" cy="1280160"/>
          </a:xfrm>
          <a:prstGeom prst="roundRect">
            <a:avLst>
              <a:gd name="adj" fmla="val 57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663440"/>
            <a:ext cx="82296" cy="12801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530352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ミニToDoアプリを作って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● 作成中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ブラウザで表示確認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追加・完了・削除を確認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1ファイル作成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6 ── 作るものを決める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今日は、ブラウザだけで動く ToDo ミニアプリを作ります。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82296" cy="7498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14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追加・完了・削除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8620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基本操作がその場で試せる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300984"/>
            <a:ext cx="82296" cy="7498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924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件数が見える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37398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残り件数と完了件数を表示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78808"/>
            <a:ext cx="82296" cy="7498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70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617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056632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5056632"/>
            <a:ext cx="82296" cy="7498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5148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1ファイルで完結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5495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index.html だけで配布しやすい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577840" y="2331720"/>
            <a:ext cx="5989320" cy="3520440"/>
          </a:xfrm>
          <a:prstGeom prst="roundRect">
            <a:avLst>
              <a:gd name="adj" fmla="val 20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77840" y="2331720"/>
            <a:ext cx="5989320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4780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1888" y="24780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24780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2331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で生成した実物</a:t>
            </a:r>
            <a:endParaRPr lang="en-US" sz="1100" dirty="0"/>
          </a:p>
        </p:txBody>
      </p:sp>
      <p:pic>
        <p:nvPicPr>
          <p:cNvPr id="28" name="Image 0" descr="/Users/ojii3/src/github.com/OJII3/opencode_openrouter_free_example/slides/assets/todo-hands-on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889504"/>
            <a:ext cx="5577840" cy="269748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このプロンプトを貼る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73352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完成条件まで書いておくと、無料モデルでも結果が安定します。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0908792" cy="3886200"/>
          </a:xfrm>
          <a:prstGeom prst="roundRect">
            <a:avLst>
              <a:gd name="adj" fmla="val 141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066544"/>
            <a:ext cx="10890504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1808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1808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1808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066544"/>
            <a:ext cx="9811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に貼り付ける指示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514600"/>
            <a:ext cx="10451592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ミニToDoアプリを index.html 1ファイルで作ってください。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タスクの追加、完了切り替え、削除ができる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残り件数と完了件数を表示する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localStorage に保存し、再読み込み後も残る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初回表示時はサンプルタスクを3件入れる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スマホでもPCでも見やすいカード風の見た目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実装条件: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外部ライブラリは使わない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CSS は head 内の style にまとめる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JS は body 末尾の script にまとめる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HTML のタグが壊れていないか確認する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最後に確認手順を1行で教えてください: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python3 -m http.server 8000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40080" y="5870448"/>
            <a:ext cx="10908792" cy="411480"/>
          </a:xfrm>
          <a:prstGeom prst="roundRect">
            <a:avLst>
              <a:gd name="adj" fmla="val 177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5870448"/>
            <a:ext cx="82296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5870448"/>
            <a:ext cx="10268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ポイント：</a:t>
            </a:r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何を作るかだけでなく、成功条件と確認方法まで一緒に渡す。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生成された index.html をブラウザで開いて、実際に操作します。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615184"/>
            <a:ext cx="51937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7294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7294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7294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6151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ローカルサーバーを起動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3063240"/>
            <a:ext cx="47548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プロジェクトのフォルダで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ブラウザで開く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http://localhost:8000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エージェントに頼んでもOK：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「このフォルダをブラウザで開いて確認して」と言えば、確認まで任せられます。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92024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9384"/>
            <a:ext cx="523951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0665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47688" y="20665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0" name="Shape 18"/>
          <p:cNvSpPr/>
          <p:nvPr/>
        </p:nvSpPr>
        <p:spPr>
          <a:xfrm>
            <a:off x="6848856" y="20665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1929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My ToDo  ·  localhost:8000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263347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334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149840" y="2633472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511296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33649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835640" y="33649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629400" y="4114800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261104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35640" y="41148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629400" y="4864608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01091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3760" y="486460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835640" y="486460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ツール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指示ファイル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OpenCode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Codex CLI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 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7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ハンズオンは index.html 1枚で作る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凝った依存は入れない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 ミニアプリを作らせて確認した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2026-05-31T22:59:45Z</dcterms:created>
  <dcterms:modified xsi:type="dcterms:W3CDTF">2026-05-31T22:59:45Z</dcterms:modified>
</cp:coreProperties>
</file>
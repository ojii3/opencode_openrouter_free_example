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274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dirty="0">
                <a:solidFill>
                  <a:srgbClr val="21262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_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HANDS-ON SEMINAR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</a:t>
            </a:r>
            <a:endParaRPr lang="en-US" sz="5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入門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“あなたのPCで動くAI” を、</a:t>
            </a:r>
            <a:pPr algn="l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無料</a:t>
            </a:r>
            <a:pPr algn="l" indent="0" marL="0">
              <a:buNone/>
            </a:pPr>
            <a:r>
              <a:rPr lang="en-US" sz="22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で体験する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754880"/>
            <a:ext cx="5852160" cy="1371600"/>
          </a:xfrm>
          <a:prstGeom prst="roundRect">
            <a:avLst>
              <a:gd name="adj" fmla="val 4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4764024"/>
            <a:ext cx="583387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487832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487832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487832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47640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今日やること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5212080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opencode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ToDoアプリを作って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作成中: index.html …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49440" y="5715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情報学科 研究室向け / 所要 約1時間 / お金はかかりません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今日のゴール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331720"/>
            <a:ext cx="685800" cy="68580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3246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“何か”が分かる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84048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コーディングエージェントとは何か、普段のAIチャットと何が違うのかを理解する。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07408" y="192024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73168" y="2331720"/>
            <a:ext cx="685800" cy="68580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73168" y="3246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自分のPCで動かす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73168" y="384048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エージェントを実際にインストールし、AIモデルにつないで起動するところまでやる。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74736" y="192024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40496" y="2331720"/>
            <a:ext cx="685800" cy="68580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7" name="Text 15"/>
          <p:cNvSpPr/>
          <p:nvPr/>
        </p:nvSpPr>
        <p:spPr>
          <a:xfrm>
            <a:off x="8540496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540496" y="3246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アプリを作らせる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540496" y="384048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チャットにとどまらず、エージェントに ToDo アプリを作らせてブラウザで動かす。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今日の流れ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908792" cy="987552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84832"/>
            <a:ext cx="566928" cy="56692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364" dirty="0"/>
          </a:p>
        </p:txBody>
      </p:sp>
      <p:sp>
        <p:nvSpPr>
          <p:cNvPr id="8" name="Text 6"/>
          <p:cNvSpPr/>
          <p:nvPr/>
        </p:nvSpPr>
        <p:spPr>
          <a:xfrm>
            <a:off x="1828800" y="200253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知る：エージェントって何？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40487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座学でイメージをつかむ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94392" y="1874520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〜15分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980944"/>
            <a:ext cx="10908792" cy="987552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60120" y="3191256"/>
            <a:ext cx="566928" cy="566928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191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364" dirty="0"/>
          </a:p>
        </p:txBody>
      </p:sp>
      <p:sp>
        <p:nvSpPr>
          <p:cNvPr id="14" name="Text 12"/>
          <p:cNvSpPr/>
          <p:nvPr/>
        </p:nvSpPr>
        <p:spPr>
          <a:xfrm>
            <a:off x="1828800" y="3108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準備：エージェントを入れる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351129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OpenCode をインストール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994392" y="2980944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〜15分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087368"/>
            <a:ext cx="10908792" cy="987552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4297680"/>
            <a:ext cx="566928" cy="5669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364" dirty="0"/>
          </a:p>
        </p:txBody>
      </p:sp>
      <p:sp>
        <p:nvSpPr>
          <p:cNvPr id="20" name="Text 18"/>
          <p:cNvSpPr/>
          <p:nvPr/>
        </p:nvSpPr>
        <p:spPr>
          <a:xfrm>
            <a:off x="1828800" y="421538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つなぐ：AIモデルに接続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461772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APIキーを作って /connect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94392" y="4087368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〜10分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193792"/>
            <a:ext cx="10908792" cy="987552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0120" y="5404104"/>
            <a:ext cx="566928" cy="56692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404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364" dirty="0"/>
          </a:p>
        </p:txBody>
      </p:sp>
      <p:sp>
        <p:nvSpPr>
          <p:cNvPr id="26" name="Text 24"/>
          <p:cNvSpPr/>
          <p:nvPr/>
        </p:nvSpPr>
        <p:spPr>
          <a:xfrm>
            <a:off x="1828800" y="532180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作る：ToDoアプリを生成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28800" y="57241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複数ファイルに分けて作らせる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994392" y="5193792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〜20分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“コピペ”の、その先へ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ChatGPT や Claude に質問 → 返ってきた答えを</a:t>
            </a:r>
            <a:pPr algn="l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自分でコピペ</a:t>
            </a:r>
            <a:pPr algn="l" indent="0" marL="0">
              <a:buNone/>
            </a:pPr>
            <a:r>
              <a:rPr lang="en-US" sz="20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257800" cy="3108960"/>
          </a:xfrm>
          <a:prstGeom prst="roundRect">
            <a:avLst>
              <a:gd name="adj" fmla="val 235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ふつうの AI チャット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質問すると文章を返してくれる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コードも“テキストとして”もらえる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でも…ファイルに保存するのは自分</a:t>
            </a:r>
            <a:endParaRPr lang="en-US" sz="1500" dirty="0"/>
          </a:p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実行・テスト・修正も全部自分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89320" y="2697480"/>
            <a:ext cx="822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812280" y="2697480"/>
            <a:ext cx="4709160" cy="3108960"/>
          </a:xfrm>
          <a:prstGeom prst="roundRect">
            <a:avLst>
              <a:gd name="adj" fmla="val 235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12280" y="2697480"/>
            <a:ext cx="82296" cy="31089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78040" y="356616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コピペの“その先”を、AIが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あなたのPCの上で自分でやる。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コーディングエージェントとは？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ひとことで言うと —— あなたのPCを操作できるAI。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807208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3429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ファイルを読む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38404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プロジェクト全体を把握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9584" y="2514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22192" y="2807208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3822192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22192" y="3429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ファイルを書く・直す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22192" y="38404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コードを実際に保存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19088" y="2514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11696" y="2807208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6711696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11696" y="3429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コマンドを実行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11696" y="38404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テスト・サーバー起動も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08592" y="2514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0" y="2807208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0" y="3429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エラーを読んで直す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0" y="38404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結果を見て自分で修正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8920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Webチャットとの一番の違いは </a:t>
            </a:r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“手元のPCを直接動かせる”</a:t>
            </a:r>
            <a:pPr algn="l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こと。だから実際にファイルができて、その場で動かせる。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代表的なエージェント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383280" cy="2788920"/>
          </a:xfrm>
          <a:prstGeom prst="roundRect">
            <a:avLst>
              <a:gd name="adj" fmla="val 262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0883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高性能で人気。CLIから本格的な開発。基本は有料。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7408" y="1828800"/>
            <a:ext cx="3383280" cy="2788920"/>
          </a:xfrm>
          <a:prstGeom prst="roundRect">
            <a:avLst>
              <a:gd name="adj" fmla="val 262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73168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Codex CLI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773168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73168" y="32004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OpenAI のCLIエージェント。ChatGPTの延長で使える。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74736" y="1828800"/>
            <a:ext cx="3383280" cy="2788920"/>
          </a:xfrm>
          <a:prstGeom prst="roundRect">
            <a:avLst>
              <a:gd name="adj" fmla="val 262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74736" y="1828800"/>
            <a:ext cx="3383280" cy="8229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8540496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OpenCode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540496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オープンソース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40496" y="32004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好きなモデルに接続できる。無料モデルでも動く。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84632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846320"/>
            <a:ext cx="82296" cy="9601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846320"/>
            <a:ext cx="10268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どれも“ターミナルで動くエージェント”で、使う感覚はほぼ同じ。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今日は誰でも無料で試せる OpenCode を使います。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 “ターミナル” で動くの？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2402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ターミナル = PCに文字で命令する場所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292608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ファイル操作もコマンド実行も、ここから全部できる</a:t>
            </a:r>
            <a:endParaRPr lang="en-US" sz="14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エージェントの“手”として一番都合がいい</a:t>
            </a:r>
            <a:endParaRPr lang="en-US" sz="145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ボタンを探すより速く・自動で動かせる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92240" y="1920240"/>
            <a:ext cx="5029200" cy="3657600"/>
          </a:xfrm>
          <a:prstGeom prst="roundRect">
            <a:avLst>
              <a:gd name="adj" fmla="val 15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01384" y="1929384"/>
            <a:ext cx="501091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0" name="Shape 8"/>
          <p:cNvSpPr/>
          <p:nvPr/>
        </p:nvSpPr>
        <p:spPr>
          <a:xfrm>
            <a:off x="6656832" y="204368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04368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2" name="Shape 10"/>
          <p:cNvSpPr/>
          <p:nvPr/>
        </p:nvSpPr>
        <p:spPr>
          <a:xfrm>
            <a:off x="7059168" y="204368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19293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こんな世界です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48272" y="2377440"/>
            <a:ext cx="45720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ls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index.html  README.md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python3 -m http.server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→ localhost:8000 で確認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opencode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ToDoアプリを作って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作成中: src/app.js 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今日のツール：OpenCode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12648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1430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1226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オープンソース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53288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無料で使える。ターミナルで動くエージェント。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73552"/>
            <a:ext cx="612648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273552"/>
            <a:ext cx="82296" cy="11430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41985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モデルが自由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38404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OpenAI / Anthropic / OpenRouter など好きなモデルに接続。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612648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581144"/>
            <a:ext cx="82296" cy="11430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7274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なぜ今日これ？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51480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誰でも無料で動かせるから。操作の感覚は他ツールと同じ。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132320" y="1965960"/>
            <a:ext cx="4389120" cy="3904488"/>
          </a:xfrm>
          <a:prstGeom prst="roundRect">
            <a:avLst>
              <a:gd name="adj" fmla="val 140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41464" y="1975104"/>
            <a:ext cx="437083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9" name="Shape 17"/>
          <p:cNvSpPr/>
          <p:nvPr/>
        </p:nvSpPr>
        <p:spPr>
          <a:xfrm>
            <a:off x="7296912" y="208940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0" y="208940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1" name="Shape 19"/>
          <p:cNvSpPr/>
          <p:nvPr/>
        </p:nvSpPr>
        <p:spPr>
          <a:xfrm>
            <a:off x="7699248" y="208940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9751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TUI イメージ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88352" y="2423160"/>
            <a:ext cx="3931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opencode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OpenCode を起動しました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───────────────────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&gt; _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ここに指示を書く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───────────────────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/connect でモデルに接続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 / 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 OpenRouter？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12848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1762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1つのキーで多数のモデル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554480" y="26334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OpenRouter のAPIキー1本で、いろんなモデルを切り替えて使える。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5352" y="192024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65392" y="2212848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6565392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59752" y="21762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無料モデルがある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159752" y="26334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今日はここを使う。料金は input / output ともに $0。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3995928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995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9593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普段のquotaを使わない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554480" y="441655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ChatGPT等の課金枠を消費しないので、気兼ねなく試せる。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45352" y="370332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65392" y="3995928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6565392" y="3995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59752" y="39593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Free Models Router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159752" y="441655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空いている無料モデルへ自動でつないでくれる。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今日やること（全体図）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08076" y="2286000"/>
            <a:ext cx="3108960" cy="2560320"/>
          </a:xfrm>
          <a:prstGeom prst="roundRect">
            <a:avLst>
              <a:gd name="adj" fmla="val 285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8076" y="2286000"/>
            <a:ext cx="3108960" cy="9144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7" name="Shape 5"/>
          <p:cNvSpPr/>
          <p:nvPr/>
        </p:nvSpPr>
        <p:spPr>
          <a:xfrm>
            <a:off x="1773936" y="2743200"/>
            <a:ext cx="777240" cy="77724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8" name="Text 6"/>
          <p:cNvSpPr/>
          <p:nvPr/>
        </p:nvSpPr>
        <p:spPr>
          <a:xfrm>
            <a:off x="1773936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870" dirty="0"/>
          </a:p>
        </p:txBody>
      </p:sp>
      <p:sp>
        <p:nvSpPr>
          <p:cNvPr id="9" name="Text 7"/>
          <p:cNvSpPr/>
          <p:nvPr/>
        </p:nvSpPr>
        <p:spPr>
          <a:xfrm>
            <a:off x="608076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入れる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8076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OpenCode を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インストール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35324" y="2286000"/>
            <a:ext cx="7863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539996" y="2286000"/>
            <a:ext cx="3108960" cy="2560320"/>
          </a:xfrm>
          <a:prstGeom prst="roundRect">
            <a:avLst>
              <a:gd name="adj" fmla="val 285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39996" y="2286000"/>
            <a:ext cx="3108960" cy="91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Shape 12"/>
          <p:cNvSpPr/>
          <p:nvPr/>
        </p:nvSpPr>
        <p:spPr>
          <a:xfrm>
            <a:off x="5705856" y="2743200"/>
            <a:ext cx="777240" cy="7772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5705856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870" dirty="0"/>
          </a:p>
        </p:txBody>
      </p:sp>
      <p:sp>
        <p:nvSpPr>
          <p:cNvPr id="16" name="Text 14"/>
          <p:cNvSpPr/>
          <p:nvPr/>
        </p:nvSpPr>
        <p:spPr>
          <a:xfrm>
            <a:off x="4539996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つなぐ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39996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AIモデルに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/connect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67244" y="2286000"/>
            <a:ext cx="7863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8471916" y="2286000"/>
            <a:ext cx="3108960" cy="2560320"/>
          </a:xfrm>
          <a:prstGeom prst="roundRect">
            <a:avLst>
              <a:gd name="adj" fmla="val 285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71916" y="2286000"/>
            <a:ext cx="3108960" cy="9144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1" name="Shape 19"/>
          <p:cNvSpPr/>
          <p:nvPr/>
        </p:nvSpPr>
        <p:spPr>
          <a:xfrm>
            <a:off x="9637776" y="2743200"/>
            <a:ext cx="777240" cy="77724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22" name="Text 20"/>
          <p:cNvSpPr/>
          <p:nvPr/>
        </p:nvSpPr>
        <p:spPr>
          <a:xfrm>
            <a:off x="9637776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870" dirty="0"/>
          </a:p>
        </p:txBody>
      </p:sp>
      <p:sp>
        <p:nvSpPr>
          <p:cNvPr id="23" name="Text 21"/>
          <p:cNvSpPr/>
          <p:nvPr/>
        </p:nvSpPr>
        <p:spPr>
          <a:xfrm>
            <a:off x="8471916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作る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471916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ToDoアプリを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複数ファイルで生成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3035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この3ステップを、これから順番にやっていきます。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C8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C8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0 ── ターミナルを開く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macOS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「ターミナル.app」を開く</a:t>
            </a:r>
            <a:endParaRPr lang="en-US" sz="145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Spotlight で “ターミナル” 検索でもOK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Windows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6517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WSL の Ubuntu ターミナルを開く</a:t>
            </a:r>
            <a:endParaRPr lang="en-US" sz="145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0883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PowerShell ではない点に注意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977640"/>
            <a:ext cx="82296" cy="8686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977640"/>
            <a:ext cx="10268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⚠ Windows の人へ：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この先のコマンドはすべて Ubuntu のターミナル内で実行します。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5029200" cy="868680"/>
          </a:xfrm>
          <a:prstGeom prst="roundRect">
            <a:avLst>
              <a:gd name="adj" fmla="val 6316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" y="5084064"/>
            <a:ext cx="501091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519836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519836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7008" y="519836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50840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動作確認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" y="5532120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pwd   # 今どこにいるか確認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BC8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C8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1 ── OpenCode を入れる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03520" cy="3291840"/>
          </a:xfrm>
          <a:prstGeom prst="roundRect">
            <a:avLst>
              <a:gd name="adj" fmla="val 1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1929384"/>
            <a:ext cx="528523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04368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204368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9" name="Shape 7"/>
          <p:cNvSpPr/>
          <p:nvPr/>
        </p:nvSpPr>
        <p:spPr>
          <a:xfrm>
            <a:off x="1207008" y="204368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9293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macOS + Homebrew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2377440"/>
            <a:ext cx="484632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Homebrew を更新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brew update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OpenCode を入れる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brew install \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anomalyco/tap/opencode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opencode --version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5303520" cy="3291840"/>
          </a:xfrm>
          <a:prstGeom prst="roundRect">
            <a:avLst>
              <a:gd name="adj" fmla="val 166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27064" y="1929384"/>
            <a:ext cx="528523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4" name="Shape 12"/>
          <p:cNvSpPr/>
          <p:nvPr/>
        </p:nvSpPr>
        <p:spPr>
          <a:xfrm>
            <a:off x="6382512" y="204368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204368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6" name="Shape 14"/>
          <p:cNvSpPr/>
          <p:nvPr/>
        </p:nvSpPr>
        <p:spPr>
          <a:xfrm>
            <a:off x="6784848" y="204368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9293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Windows (WSL Ubuntu)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73952" y="2377440"/>
            <a:ext cx="484632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必要なツール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sudo apt update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sudo apt install -y \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curl ca-certificates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OpenCode を入れる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curl -fsSL \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https://opencode.ai/install | bash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インストール手順だけはOSで違いますが、この先は Mac も WSL も共通です。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CONNECT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2 ── OpenRouter API キーを作る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30552"/>
            <a:ext cx="512064" cy="51206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30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232" dirty="0"/>
          </a:p>
        </p:txBody>
      </p:sp>
      <p:sp>
        <p:nvSpPr>
          <p:cNvPr id="8" name="Text 6"/>
          <p:cNvSpPr/>
          <p:nvPr/>
        </p:nvSpPr>
        <p:spPr>
          <a:xfrm>
            <a:off x="169164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サイトを開く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24048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openrouter.ai/keys にアクセス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916936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081528"/>
            <a:ext cx="512064" cy="51206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81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232" dirty="0"/>
          </a:p>
        </p:txBody>
      </p:sp>
      <p:sp>
        <p:nvSpPr>
          <p:cNvPr id="13" name="Text 11"/>
          <p:cNvSpPr/>
          <p:nvPr/>
        </p:nvSpPr>
        <p:spPr>
          <a:xfrm>
            <a:off x="1691640" y="30083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サインイン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35584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OpenRouter アカウントでログイン（無料）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67912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032504"/>
            <a:ext cx="512064" cy="51206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032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232" dirty="0"/>
          </a:p>
        </p:txBody>
      </p:sp>
      <p:sp>
        <p:nvSpPr>
          <p:cNvPr id="18" name="Text 16"/>
          <p:cNvSpPr/>
          <p:nvPr/>
        </p:nvSpPr>
        <p:spPr>
          <a:xfrm>
            <a:off x="1691640" y="3959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キーを作成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430682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「Create Key」を押す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818888"/>
            <a:ext cx="6400800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983480"/>
            <a:ext cx="512064" cy="51206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983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232" dirty="0"/>
          </a:p>
        </p:txBody>
      </p:sp>
      <p:sp>
        <p:nvSpPr>
          <p:cNvPr id="23" name="Text 21"/>
          <p:cNvSpPr/>
          <p:nvPr/>
        </p:nvSpPr>
        <p:spPr>
          <a:xfrm>
            <a:off x="1691640" y="4910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控える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525780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sk-or-… で始まるキーをコピーしておく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60920" y="1965960"/>
            <a:ext cx="4160520" cy="3822192"/>
          </a:xfrm>
          <a:prstGeom prst="roundRect">
            <a:avLst>
              <a:gd name="adj" fmla="val 1914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60920" y="1965960"/>
            <a:ext cx="82296" cy="3822192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7B7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⚠ キーの取り扱い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726680" y="2834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パスワードと同じ秘密情報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ファイルやチャットに貼らない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人に見せない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OpenCode が安全に保存する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CONNECT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3 ── フォルダを作って起動する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作業用のフォルダを作り、その中で OpenCode を起動します。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852160" cy="2560320"/>
          </a:xfrm>
          <a:prstGeom prst="roundRect">
            <a:avLst>
              <a:gd name="adj" fmla="val 214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2523744"/>
            <a:ext cx="583387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63804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63804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263804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52374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フォルダ作成 → 起動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2971800"/>
            <a:ext cx="53949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作業フォルダを作って入る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mkdir todo-app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cd todo-app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OpenCode を起動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opencode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75120" y="2514600"/>
            <a:ext cx="4846320" cy="2560320"/>
          </a:xfrm>
          <a:prstGeom prst="roundRect">
            <a:avLst>
              <a:gd name="adj" fmla="val 285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75120" y="2514600"/>
            <a:ext cx="82296" cy="25603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2788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フォルダ名は自由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0" y="329184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好きな名前でOK（例: todo-app）。これから作るファイルは、このフォルダの中にできていきます。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CONNECT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4 ── /connect で接続する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60350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354580"/>
            <a:ext cx="548640" cy="5486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3545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737360" y="2258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/connect と入力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37360" y="26609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TUIの入力欄に打って Enter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60350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32688" y="3680460"/>
            <a:ext cx="548640" cy="5486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6804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737360" y="358444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OpenRouter を選ぶ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37360" y="3986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provider 一覧から選択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60350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5006340"/>
            <a:ext cx="548640" cy="5486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50063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737360" y="49103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API キーを貼る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37360" y="53126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2 で控えたキーを貼り付け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40880" y="2057400"/>
            <a:ext cx="4480560" cy="3840480"/>
          </a:xfrm>
          <a:prstGeom prst="roundRect">
            <a:avLst>
              <a:gd name="adj" fmla="val 1429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50024" y="2066544"/>
            <a:ext cx="446227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2" name="Shape 20"/>
          <p:cNvSpPr/>
          <p:nvPr/>
        </p:nvSpPr>
        <p:spPr>
          <a:xfrm>
            <a:off x="7205472" y="218084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23" name="Shape 21"/>
          <p:cNvSpPr/>
          <p:nvPr/>
        </p:nvSpPr>
        <p:spPr>
          <a:xfrm>
            <a:off x="7406640" y="218084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4" name="Shape 22"/>
          <p:cNvSpPr/>
          <p:nvPr/>
        </p:nvSpPr>
        <p:spPr>
          <a:xfrm>
            <a:off x="7607808" y="218084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20665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入力イメージ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96912" y="2514600"/>
            <a:ext cx="402336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/connect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? Provider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&gt; OpenRouter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? API Key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&gt; sk-or-••••••••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✓ 接続しました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CONNECT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5 ── Free Models Router を選ぶ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モデル選択画面で </a:t>
            </a:r>
            <a:pPr algn="l" indent="0" marL="0">
              <a:buNone/>
            </a:pPr>
            <a:r>
              <a:rPr lang="en-US" sz="165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Free Models Router</a:t>
            </a:r>
            <a:pPr algn="l" indent="0" marL="0">
              <a:buNone/>
            </a:pPr>
            <a:r>
              <a:rPr lang="en-US" sz="16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を選びます。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6583680" cy="1920240"/>
          </a:xfrm>
          <a:prstGeom prst="roundRect">
            <a:avLst>
              <a:gd name="adj" fmla="val 285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2478024"/>
            <a:ext cx="656539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59232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59232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259232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47802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モデルを探す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2926080"/>
            <a:ext cx="61264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見つからなければ検索欄に：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Free Models Router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と入力して絞り込む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10908792" cy="1280160"/>
          </a:xfrm>
          <a:prstGeom prst="roundRect">
            <a:avLst>
              <a:gd name="adj" fmla="val 5714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663440"/>
            <a:ext cx="82296" cy="12801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846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動作確認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5303520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Reply with OK only.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と送って </a:t>
            </a:r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OK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が返れば、接続成功です 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つかいかた（基本）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9436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82296" cy="11430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1226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指示を書いて Enter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55117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やってほしいことを日本語で書いて送るだけ。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73552"/>
            <a:ext cx="59436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273552"/>
            <a:ext cx="82296" cy="11430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41985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様子が表示される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38587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ファイルを作る・編集する過程がそのまま見える。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581144"/>
            <a:ext cx="59436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581144"/>
            <a:ext cx="82296" cy="11430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7274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確認しながら進む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51663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変更内容を見て、続けて指示を重ねていける。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949440" y="1965960"/>
            <a:ext cx="4572000" cy="3904488"/>
          </a:xfrm>
          <a:prstGeom prst="roundRect">
            <a:avLst>
              <a:gd name="adj" fmla="val 1405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58584" y="1975104"/>
            <a:ext cx="455371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9" name="Shape 17"/>
          <p:cNvSpPr/>
          <p:nvPr/>
        </p:nvSpPr>
        <p:spPr>
          <a:xfrm>
            <a:off x="7114032" y="208940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0" y="208940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1" name="Shape 19"/>
          <p:cNvSpPr/>
          <p:nvPr/>
        </p:nvSpPr>
        <p:spPr>
          <a:xfrm>
            <a:off x="7516368" y="208940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19751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やりとりの例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05472" y="2423160"/>
            <a:ext cx="41148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ToDoアプリを作って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● 作成中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+ index.html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+ styles.css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+ src/storage.js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+ src/todo.js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+ src/app.js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✓ 5ファイル作成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6 ── ToDoアプリを作る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669280" cy="3886200"/>
          </a:xfrm>
          <a:prstGeom prst="roundRect">
            <a:avLst>
              <a:gd name="adj" fmla="val 1412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1929384"/>
            <a:ext cx="565099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04368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204368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9" name="Shape 7"/>
          <p:cNvSpPr/>
          <p:nvPr/>
        </p:nvSpPr>
        <p:spPr>
          <a:xfrm>
            <a:off x="1207008" y="204368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92938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エージェントが作る構成（例）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2377440"/>
            <a:ext cx="521208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todo-app/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index.html     画面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styles.css     見た目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src/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storage.js   保存（localStorage）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todo.js      追加・完了・削除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app.js       画面とロジックの入口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0" y="1920240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75120" y="1920240"/>
            <a:ext cx="82296" cy="7498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2011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タスクを追加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23591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入力して「追加」で登録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0" y="2798064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2798064"/>
            <a:ext cx="82296" cy="7498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8895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完了でチェック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32369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押すと打ち消し線が付く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75120" y="3675888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3675888"/>
            <a:ext cx="82296" cy="74980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3767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いらないものは削除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4114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ボタンで消える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75120" y="4553712"/>
            <a:ext cx="4846320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4553712"/>
            <a:ext cx="82296" cy="74980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4645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閉じても残る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0880" y="4992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localStorage に保存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75120" y="5532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どう分けるかも、まとめてエージェントが考えてくれます。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プロンプトはシンプルでいい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「作りたいもの」と「こうなってほしい」を伝えるだけ。作り方はエージェントが考えます。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908792" cy="2514600"/>
          </a:xfrm>
          <a:prstGeom prst="roundRect">
            <a:avLst>
              <a:gd name="adj" fmla="val 2182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2478024"/>
            <a:ext cx="10890504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59232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59232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259232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478024"/>
            <a:ext cx="9811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OpenCode に貼り付ける指示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2926080"/>
            <a:ext cx="10451592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ToDoアプリを作って。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・タスクの追加・完了チェック・削除ができる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・閉じても内容が残るようにする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・コードは役割ごとに複数のファイルに分ける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・見た目もシンプルに整える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16636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5166360"/>
            <a:ext cx="82296" cy="8686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166360"/>
            <a:ext cx="10268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ファイル名や分け方までは指定しなくてOK。</a:t>
            </a:r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どう作るかはエージェントが判断します。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 /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ブラウザで動かしてみる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分割したコードは “ローカルサーバー” で開きます。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（ダブルクリックでは動きません）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212080" cy="1783080"/>
          </a:xfrm>
          <a:prstGeom prst="roundRect">
            <a:avLst>
              <a:gd name="adj" fmla="val 307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2615184"/>
            <a:ext cx="519379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272948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72948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272948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6151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ローカルサーバーを起動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3063240"/>
            <a:ext cx="47548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プロジェクトのフォルダで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python3 -m http.server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ブラウザで開く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http://localhost:8000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526280"/>
            <a:ext cx="82296" cy="13258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52628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エージェントに頼んでもOK：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「このフォルダをローカルサーバーで開いて」と言えば、起動まで任せられます。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192024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2784" y="1929384"/>
            <a:ext cx="5239512" cy="38404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206654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9" name="Shape 17"/>
          <p:cNvSpPr/>
          <p:nvPr/>
        </p:nvSpPr>
        <p:spPr>
          <a:xfrm>
            <a:off x="6647688" y="206654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20" name="Shape 18"/>
          <p:cNvSpPr/>
          <p:nvPr/>
        </p:nvSpPr>
        <p:spPr>
          <a:xfrm>
            <a:off x="6848856" y="206654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92938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My ToDo  ·  localhost:8000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29400" y="2633472"/>
            <a:ext cx="3337560" cy="502920"/>
          </a:xfrm>
          <a:prstGeom prst="roundRect">
            <a:avLst>
              <a:gd name="adj" fmla="val 909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6334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牛乳を買う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149840" y="2633472"/>
            <a:ext cx="1005840" cy="502920"/>
          </a:xfrm>
          <a:prstGeom prst="roundRect">
            <a:avLst>
              <a:gd name="adj" fmla="val 9091"/>
            </a:avLst>
          </a:prstGeom>
          <a:solidFill>
            <a:srgbClr val="3FB950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9840" y="26334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追加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29400" y="3364992"/>
            <a:ext cx="4526280" cy="566928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3511296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23760" y="336499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trike="sngStrike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レポートを書く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835640" y="336499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629400" y="4114800"/>
            <a:ext cx="4526280" cy="566928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4261104"/>
            <a:ext cx="274320" cy="2743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41148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牛乳を買う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835640" y="41148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629400" y="4864608"/>
            <a:ext cx="4526280" cy="566928"/>
          </a:xfrm>
          <a:prstGeom prst="roundRect">
            <a:avLst>
              <a:gd name="adj" fmla="val 645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12280" y="5010912"/>
            <a:ext cx="274320" cy="2743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486460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本を返す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835640" y="486460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 / 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エージェントへの指示ファイル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プロジェクトに“指示ファイル”を置くと、前提やルールを毎回伝えられます。</a:t>
            </a:r>
            <a:endParaRPr lang="en-US" sz="16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23160"/>
          <a:ext cx="58521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D111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ツール</a:t>
                      </a:r>
                      <a:endParaRPr lang="en-US" sz="15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00" marR="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8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D1117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指示ファイル</a:t>
                      </a:r>
                      <a:endParaRPr lang="en-US" sz="15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00" marR="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8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6EDF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OpenCode</a:t>
                      </a:r>
                      <a:endParaRPr lang="en-US" sz="15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00" marR="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FB950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AGENTS.md</a:t>
                      </a:r>
                      <a:endParaRPr lang="en-US" sz="15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00" marR="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6EDF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Codex CLI</a:t>
                      </a:r>
                      <a:endParaRPr lang="en-US" sz="15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00" marR="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FB950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AGENTS.md</a:t>
                      </a:r>
                      <a:endParaRPr lang="en-US" sz="15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00" marR="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12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6EDF3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Claude Code</a:t>
                      </a:r>
                      <a:endParaRPr lang="en-US" sz="15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00" marR="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FB950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CLAUDE.md</a:t>
                      </a:r>
                      <a:endParaRPr lang="en-US" sz="15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7315200" marR="0" marT="0" marB="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074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名前は違っても“前提を1度書いておく”という考え方は共通です。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0" y="2423160"/>
            <a:ext cx="4754880" cy="2194560"/>
          </a:xfrm>
          <a:prstGeom prst="roundRect">
            <a:avLst>
              <a:gd name="adj" fmla="val 25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75704" y="2432304"/>
            <a:ext cx="473659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0" name="Shape 7"/>
          <p:cNvSpPr/>
          <p:nvPr/>
        </p:nvSpPr>
        <p:spPr>
          <a:xfrm>
            <a:off x="6931152" y="254660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0" y="254660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2" name="Shape 9"/>
          <p:cNvSpPr/>
          <p:nvPr/>
        </p:nvSpPr>
        <p:spPr>
          <a:xfrm>
            <a:off x="7333488" y="254660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3" name="Text 10"/>
          <p:cNvSpPr/>
          <p:nvPr/>
        </p:nvSpPr>
        <p:spPr>
          <a:xfrm>
            <a:off x="7589520" y="24323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書き方の例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22592" y="2880360"/>
            <a:ext cx="42976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AGENTS.md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C8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## ルール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返答は日本語で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アプリは複数ファイルに分けて作る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1D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凝った依存は入れない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766560" y="480060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766560" y="4800600"/>
            <a:ext cx="82296" cy="9144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Text 14"/>
          <p:cNvSpPr/>
          <p:nvPr/>
        </p:nvSpPr>
        <p:spPr>
          <a:xfrm>
            <a:off x="7132320" y="4800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毎回同じ指示を書かずに済み、チームで前提もそろえられる。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 / 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無料枠の上限に注意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未課金アカウントの無料モデルには、OpenRouter の利用上限があります。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48156" y="2560320"/>
            <a:ext cx="4572000" cy="2194560"/>
          </a:xfrm>
          <a:prstGeom prst="roundRect">
            <a:avLst>
              <a:gd name="adj" fmla="val 333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48156" y="2560320"/>
            <a:ext cx="4572000" cy="91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1248156" y="2926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50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248156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リクエスト / 日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68796" y="2560320"/>
            <a:ext cx="4572000" cy="2194560"/>
          </a:xfrm>
          <a:prstGeom prst="roundRect">
            <a:avLst>
              <a:gd name="adj" fmla="val 3333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68796" y="2560320"/>
            <a:ext cx="4572000" cy="914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368796" y="2926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6368796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リクエスト / 分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50749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上限に当たったら、少し時間をおいてから再開しましょう。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 / 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WRAP 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今日できたこと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49424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2057400"/>
            <a:ext cx="9537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コーディングエージェントが何か理解した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255264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3063240"/>
            <a:ext cx="9537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OpenCode を自分のPCにインストールした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4261104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91640" y="4069080"/>
            <a:ext cx="9537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OpenRouter の無料モデルに接続した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5266944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5074920"/>
            <a:ext cx="9537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複数ファイルの ToDo アプリを作らせた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 / 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WRAP 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もっと先へ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今日おぼえた “頼み方” と “指示ファイル” は、どのエージェントでもそのまま使えます。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77440"/>
            <a:ext cx="82296" cy="15087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6151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8A6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他のエージェントを試す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09067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Code・Codex CLI など。今日の知識がそのまま活きる。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5352" y="237744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45352" y="2377440"/>
            <a:ext cx="82296" cy="15087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2" name="Text 10"/>
          <p:cNvSpPr/>
          <p:nvPr/>
        </p:nvSpPr>
        <p:spPr>
          <a:xfrm>
            <a:off x="6611112" y="26151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883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高性能モデルで本格開発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11112" y="309067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有料モデルにすると精度・速度がぐっと上がる。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087368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087368"/>
            <a:ext cx="82296" cy="150876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3251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C8C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Webアプリに挑戦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5840" y="48006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Node を入れて Vite などで本格的なアプリへ。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5352" y="4087368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45352" y="4087368"/>
            <a:ext cx="82296" cy="15087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6611112" y="43251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FB95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ふだんの作業に使う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11112" y="48006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調べもの・修正・自動化など、研究や開発の相棒に。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 / 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WRAP 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4128" y="713232"/>
            <a:ext cx="1052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参考リンク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82296" cy="8686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116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OpenCode（今日のツール）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2011680"/>
            <a:ext cx="5788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opencode.ai/docs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26664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026664"/>
            <a:ext cx="82296" cy="8686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02666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OpenRouter API キー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3026664"/>
            <a:ext cx="5788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openrouter.ai/keys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041648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041648"/>
            <a:ext cx="82296" cy="8686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4164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0" y="4041648"/>
            <a:ext cx="5788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0883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claude.com/claude-code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056632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5056632"/>
            <a:ext cx="82296" cy="8686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05663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Codex CLI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0" y="5056632"/>
            <a:ext cx="5788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C8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github.com/openai/codex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</a:t>
            </a:r>
            <a:pPr algn="l" indent="0" marL="0">
              <a:buNone/>
            </a:pPr>
            <a:r>
              <a:rPr lang="en-US" sz="900" dirty="0">
                <a:solidFill>
                  <a:srgbClr val="30363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·  OpenCode × OpenRouter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 / 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274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dirty="0">
                <a:solidFill>
                  <a:srgbClr val="21262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_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6EDF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おつかれさまでした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1D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今日の続きは、あなたのPCの中で。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4663440"/>
            <a:ext cx="5943600" cy="1280160"/>
          </a:xfrm>
          <a:prstGeom prst="roundRect">
            <a:avLst>
              <a:gd name="adj" fmla="val 4286"/>
            </a:avLst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9224" y="4672584"/>
            <a:ext cx="5925312" cy="34747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" y="4786884"/>
            <a:ext cx="109728" cy="109728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4786884"/>
            <a:ext cx="109728" cy="109728"/>
          </a:xfrm>
          <a:prstGeom prst="ellipse">
            <a:avLst/>
          </a:prstGeom>
          <a:solidFill>
            <a:srgbClr val="E3B341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4786884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46725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Happy hacking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512064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opencode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8A6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&gt; 次は何を作ろうか？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コーディングエージェント入門  ·  OpenCode × OpenRouter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720072" y="6419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 / 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コーディングエージェント入門</dc:title>
  <dc:subject>PptxGenJS Presentation</dc:subject>
  <dc:creator>OJII3</dc:creator>
  <cp:lastModifiedBy>OJII3</cp:lastModifiedBy>
  <cp:revision>1</cp:revision>
  <dcterms:created xsi:type="dcterms:W3CDTF">2026-05-31T09:06:51Z</dcterms:created>
  <dcterms:modified xsi:type="dcterms:W3CDTF">2026-05-31T09:06:51Z</dcterms:modified>
</cp:coreProperties>
</file>